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e82d5c6507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e82d5c6507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e82d5c650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e82d5c650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82d5c650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82d5c650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82d5c650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82d5c650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82d5c650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82d5c650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e82d5c650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e82d5c650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83c062a57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83c062a57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05000" y="1233525"/>
            <a:ext cx="2553075" cy="2081175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31675" y="250525"/>
            <a:ext cx="8679300" cy="7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rgbClr val="4A86E8"/>
                </a:solidFill>
              </a:rPr>
              <a:t>Enhancing RC4 Stream Cipher Using Chaotic Double Pendulum-Based Key Generation and Improved Key Scheduling Algorithm</a:t>
            </a:r>
            <a:endParaRPr b="1" sz="1800">
              <a:solidFill>
                <a:srgbClr val="4A86E8"/>
              </a:solidFill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369200" y="3700300"/>
            <a:ext cx="4826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EG/2022/5368 Theekshana A.P.K.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EG/2022/5369 Thennakoon T.M.R.G.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EG/2022/5374 Thurga R. 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2"/>
                </a:solidFill>
              </a:rPr>
              <a:t>EG/2022/5377 Uduwawala W.B.W.M.R.S.H. 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/>
        </p:nvSpPr>
        <p:spPr>
          <a:xfrm>
            <a:off x="530975" y="172925"/>
            <a:ext cx="6384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2"/>
                </a:solidFill>
              </a:rPr>
              <a:t>Algorithm</a:t>
            </a:r>
            <a:endParaRPr b="1" sz="1900">
              <a:solidFill>
                <a:schemeClr val="dk2"/>
              </a:solidFill>
            </a:endParaRPr>
          </a:p>
        </p:txBody>
      </p:sp>
      <p:pic>
        <p:nvPicPr>
          <p:cNvPr id="62" name="Google Shape;62;p14" title="enhanced_rc4_algorithm_diagram.png"/>
          <p:cNvPicPr preferRelativeResize="0"/>
          <p:nvPr/>
        </p:nvPicPr>
        <p:blipFill rotWithShape="1">
          <a:blip r:embed="rId3">
            <a:alphaModFix/>
          </a:blip>
          <a:srcRect b="0" l="0" r="0" t="11622"/>
          <a:stretch/>
        </p:blipFill>
        <p:spPr>
          <a:xfrm>
            <a:off x="3305925" y="75525"/>
            <a:ext cx="2789075" cy="5067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0100" y="1161129"/>
            <a:ext cx="6523800" cy="31687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5"/>
          <p:cNvSpPr txBox="1"/>
          <p:nvPr/>
        </p:nvSpPr>
        <p:spPr>
          <a:xfrm>
            <a:off x="774850" y="372475"/>
            <a:ext cx="63849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2"/>
                </a:solidFill>
              </a:rPr>
              <a:t>Enhanced KSA</a:t>
            </a:r>
            <a:endParaRPr b="1" sz="1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63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925" y="1453475"/>
            <a:ext cx="7602125" cy="2236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/>
        </p:nvSpPr>
        <p:spPr>
          <a:xfrm>
            <a:off x="741575" y="328125"/>
            <a:ext cx="5642400" cy="7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2"/>
                </a:solidFill>
              </a:rPr>
              <a:t>Shannon entropy formula:</a:t>
            </a:r>
            <a:endParaRPr b="1" sz="1900">
              <a:solidFill>
                <a:schemeClr val="dk2"/>
              </a:solidFill>
            </a:endParaRPr>
          </a:p>
        </p:txBody>
      </p:sp>
      <p:pic>
        <p:nvPicPr>
          <p:cNvPr id="84" name="Google Shape;8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6650" y="1457825"/>
            <a:ext cx="7334250" cy="1933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/>
        </p:nvSpPr>
        <p:spPr>
          <a:xfrm>
            <a:off x="612525" y="411150"/>
            <a:ext cx="78453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For a perfectly uniform 256-byte distribution, each possible byte value has probability 1/256.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= -Σᵢ₌₁²⁵⁶ (1/256) log₂(1/256)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Since every term is identical: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= -256 × (1/256) × log₂(1/256)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and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log₂(1/256) = log₂(2⁻⁸) = -8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Therefore: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 = -1 × (-8) = 8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</a:rPr>
              <a:t>Final answer: </a:t>
            </a:r>
            <a:r>
              <a:rPr lang="en-GB" sz="1100">
                <a:solidFill>
                  <a:schemeClr val="dk1"/>
                </a:solidFill>
              </a:rPr>
              <a:t>H = 8 bits per byte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This means the maximum entropy for an 8-bit byte stream is 8 bits per byte. If the generated keystream entropy is close to 8, it indicates good randomness.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idx="1" type="body"/>
          </p:nvPr>
        </p:nvSpPr>
        <p:spPr>
          <a:xfrm>
            <a:off x="2596050" y="2012425"/>
            <a:ext cx="4541700" cy="66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b="1" lang="en-GB" sz="5000"/>
              <a:t>THANK YOU</a:t>
            </a:r>
            <a:endParaRPr b="1" sz="50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